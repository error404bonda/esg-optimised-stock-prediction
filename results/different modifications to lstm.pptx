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6" r:id="rId4"/>
    <p:sldId id="258" r:id="rId5"/>
    <p:sldId id="259" r:id="rId6"/>
    <p:sldId id="261" r:id="rId7"/>
    <p:sldId id="262" r:id="rId8"/>
    <p:sldId id="264" r:id="rId9"/>
    <p:sldId id="279" r:id="rId10"/>
    <p:sldId id="265" r:id="rId11"/>
    <p:sldId id="263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311" r:id="rId25"/>
    <p:sldId id="312" r:id="rId26"/>
    <p:sldId id="278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3738B0-D056-40AB-A8FF-BF23AA5DC47A}" v="127" dt="2026-03-30T09:17:46.37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90" d="100"/>
          <a:sy n="90" d="100"/>
        </p:scale>
        <p:origin x="8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un G" userId="96360c3b97a94105" providerId="LiveId" clId="{4A1A1FBC-DAC7-4330-A2CC-9BCE8FF750F7}"/>
    <pc:docChg chg="undo custSel addSld delSld modSld">
      <pc:chgData name="Tarun G" userId="96360c3b97a94105" providerId="LiveId" clId="{4A1A1FBC-DAC7-4330-A2CC-9BCE8FF750F7}" dt="2026-03-30T09:17:48.008" v="323" actId="20577"/>
      <pc:docMkLst>
        <pc:docMk/>
      </pc:docMkLst>
      <pc:sldChg chg="addSp delSp modSp new mod">
        <pc:chgData name="Tarun G" userId="96360c3b97a94105" providerId="LiveId" clId="{4A1A1FBC-DAC7-4330-A2CC-9BCE8FF750F7}" dt="2026-03-29T06:14:01.525" v="72" actId="20577"/>
        <pc:sldMkLst>
          <pc:docMk/>
          <pc:sldMk cId="2581168012" sldId="262"/>
        </pc:sldMkLst>
        <pc:spChg chg="del">
          <ac:chgData name="Tarun G" userId="96360c3b97a94105" providerId="LiveId" clId="{4A1A1FBC-DAC7-4330-A2CC-9BCE8FF750F7}" dt="2026-03-29T06:13:33.053" v="21" actId="478"/>
          <ac:spMkLst>
            <pc:docMk/>
            <pc:sldMk cId="2581168012" sldId="262"/>
            <ac:spMk id="2" creationId="{B43EE71D-A4AA-036E-3960-C3C6909DD19B}"/>
          </ac:spMkLst>
        </pc:spChg>
        <pc:spChg chg="del">
          <ac:chgData name="Tarun G" userId="96360c3b97a94105" providerId="LiveId" clId="{4A1A1FBC-DAC7-4330-A2CC-9BCE8FF750F7}" dt="2026-03-29T06:00:25.871" v="1" actId="478"/>
          <ac:spMkLst>
            <pc:docMk/>
            <pc:sldMk cId="2581168012" sldId="262"/>
            <ac:spMk id="3" creationId="{C1A2FDD7-BC1B-7B68-DB3C-4D9A4BE6E6F0}"/>
          </ac:spMkLst>
        </pc:spChg>
        <pc:spChg chg="add mod ord">
          <ac:chgData name="Tarun G" userId="96360c3b97a94105" providerId="LiveId" clId="{4A1A1FBC-DAC7-4330-A2CC-9BCE8FF750F7}" dt="2026-03-29T06:13:18.994" v="18" actId="1076"/>
          <ac:spMkLst>
            <pc:docMk/>
            <pc:sldMk cId="2581168012" sldId="262"/>
            <ac:spMk id="5" creationId="{66DF22EE-0A1F-DEFD-58BF-AF0FB73400F7}"/>
          </ac:spMkLst>
        </pc:spChg>
        <pc:spChg chg="add del mod">
          <ac:chgData name="Tarun G" userId="96360c3b97a94105" providerId="LiveId" clId="{4A1A1FBC-DAC7-4330-A2CC-9BCE8FF750F7}" dt="2026-03-29T06:13:40.400" v="22" actId="478"/>
          <ac:spMkLst>
            <pc:docMk/>
            <pc:sldMk cId="2581168012" sldId="262"/>
            <ac:spMk id="6" creationId="{304D45C9-313A-76C6-E4C4-9D4CAA24962D}"/>
          </ac:spMkLst>
        </pc:spChg>
        <pc:spChg chg="add mod">
          <ac:chgData name="Tarun G" userId="96360c3b97a94105" providerId="LiveId" clId="{4A1A1FBC-DAC7-4330-A2CC-9BCE8FF750F7}" dt="2026-03-29T06:14:01.525" v="72" actId="20577"/>
          <ac:spMkLst>
            <pc:docMk/>
            <pc:sldMk cId="2581168012" sldId="262"/>
            <ac:spMk id="7" creationId="{F8FE9A7D-111B-4830-40F4-CC352B3E91D8}"/>
          </ac:spMkLst>
        </pc:spChg>
        <pc:picChg chg="add del mod">
          <ac:chgData name="Tarun G" userId="96360c3b97a94105" providerId="LiveId" clId="{4A1A1FBC-DAC7-4330-A2CC-9BCE8FF750F7}" dt="2026-03-29T06:13:03.844" v="14" actId="478"/>
          <ac:picMkLst>
            <pc:docMk/>
            <pc:sldMk cId="2581168012" sldId="262"/>
            <ac:picMk id="1026" creationId="{9C4CDC2B-6E30-70D3-AC4D-A09B3A15914F}"/>
          </ac:picMkLst>
        </pc:picChg>
        <pc:picChg chg="add">
          <ac:chgData name="Tarun G" userId="96360c3b97a94105" providerId="LiveId" clId="{4A1A1FBC-DAC7-4330-A2CC-9BCE8FF750F7}" dt="2026-03-29T06:13:05.407" v="15"/>
          <ac:picMkLst>
            <pc:docMk/>
            <pc:sldMk cId="2581168012" sldId="262"/>
            <ac:picMk id="1028" creationId="{3CBC67B3-1132-F670-CA42-9FAC1B7B92D9}"/>
          </ac:picMkLst>
        </pc:picChg>
      </pc:sldChg>
      <pc:sldChg chg="addSp delSp new mod">
        <pc:chgData name="Tarun G" userId="96360c3b97a94105" providerId="LiveId" clId="{4A1A1FBC-DAC7-4330-A2CC-9BCE8FF750F7}" dt="2026-03-29T13:18:38.954" v="98"/>
        <pc:sldMkLst>
          <pc:docMk/>
          <pc:sldMk cId="2827036550" sldId="263"/>
        </pc:sldMkLst>
        <pc:spChg chg="del">
          <ac:chgData name="Tarun G" userId="96360c3b97a94105" providerId="LiveId" clId="{4A1A1FBC-DAC7-4330-A2CC-9BCE8FF750F7}" dt="2026-03-29T13:18:38.692" v="97" actId="478"/>
          <ac:spMkLst>
            <pc:docMk/>
            <pc:sldMk cId="2827036550" sldId="263"/>
            <ac:spMk id="2" creationId="{3AE7DFE7-2AC0-6265-48D2-28DADB98A4EE}"/>
          </ac:spMkLst>
        </pc:spChg>
        <pc:spChg chg="del">
          <ac:chgData name="Tarun G" userId="96360c3b97a94105" providerId="LiveId" clId="{4A1A1FBC-DAC7-4330-A2CC-9BCE8FF750F7}" dt="2026-03-29T13:16:08.816" v="96" actId="478"/>
          <ac:spMkLst>
            <pc:docMk/>
            <pc:sldMk cId="2827036550" sldId="263"/>
            <ac:spMk id="3" creationId="{577B5132-3A05-ED4E-93A0-06D97F5D2572}"/>
          </ac:spMkLst>
        </pc:spChg>
        <pc:picChg chg="add">
          <ac:chgData name="Tarun G" userId="96360c3b97a94105" providerId="LiveId" clId="{4A1A1FBC-DAC7-4330-A2CC-9BCE8FF750F7}" dt="2026-03-29T13:18:38.954" v="98"/>
          <ac:picMkLst>
            <pc:docMk/>
            <pc:sldMk cId="2827036550" sldId="263"/>
            <ac:picMk id="4098" creationId="{00D25980-B421-F6EB-454A-01408CAF85D8}"/>
          </ac:picMkLst>
        </pc:picChg>
      </pc:sldChg>
      <pc:sldChg chg="addSp delSp modSp add mod">
        <pc:chgData name="Tarun G" userId="96360c3b97a94105" providerId="LiveId" clId="{4A1A1FBC-DAC7-4330-A2CC-9BCE8FF750F7}" dt="2026-03-29T06:17:50.242" v="85" actId="20577"/>
        <pc:sldMkLst>
          <pc:docMk/>
          <pc:sldMk cId="570297591" sldId="264"/>
        </pc:sldMkLst>
        <pc:spChg chg="mod">
          <ac:chgData name="Tarun G" userId="96360c3b97a94105" providerId="LiveId" clId="{4A1A1FBC-DAC7-4330-A2CC-9BCE8FF750F7}" dt="2026-03-29T06:17:50.242" v="85" actId="20577"/>
          <ac:spMkLst>
            <pc:docMk/>
            <pc:sldMk cId="570297591" sldId="264"/>
            <ac:spMk id="5" creationId="{D8E998EF-FF9F-0194-73FB-4903CD79DDA3}"/>
          </ac:spMkLst>
        </pc:spChg>
        <pc:spChg chg="mod">
          <ac:chgData name="Tarun G" userId="96360c3b97a94105" providerId="LiveId" clId="{4A1A1FBC-DAC7-4330-A2CC-9BCE8FF750F7}" dt="2026-03-29T06:17:40.348" v="82" actId="20577"/>
          <ac:spMkLst>
            <pc:docMk/>
            <pc:sldMk cId="570297591" sldId="264"/>
            <ac:spMk id="7" creationId="{5C2542FA-DB58-7107-2329-D4C8B3FDBC51}"/>
          </ac:spMkLst>
        </pc:spChg>
        <pc:picChg chg="del">
          <ac:chgData name="Tarun G" userId="96360c3b97a94105" providerId="LiveId" clId="{4A1A1FBC-DAC7-4330-A2CC-9BCE8FF750F7}" dt="2026-03-29T06:17:27.392" v="75" actId="478"/>
          <ac:picMkLst>
            <pc:docMk/>
            <pc:sldMk cId="570297591" sldId="264"/>
            <ac:picMk id="1028" creationId="{297D79D2-5A64-07BF-1B5D-EF9E08AA04CA}"/>
          </ac:picMkLst>
        </pc:picChg>
        <pc:picChg chg="add mod">
          <ac:chgData name="Tarun G" userId="96360c3b97a94105" providerId="LiveId" clId="{4A1A1FBC-DAC7-4330-A2CC-9BCE8FF750F7}" dt="2026-03-29T06:17:31.541" v="77" actId="167"/>
          <ac:picMkLst>
            <pc:docMk/>
            <pc:sldMk cId="570297591" sldId="264"/>
            <ac:picMk id="2050" creationId="{9500EC51-5D31-FF10-68FC-F5D04566A1FE}"/>
          </ac:picMkLst>
        </pc:picChg>
      </pc:sldChg>
      <pc:sldChg chg="addSp delSp modSp add mod">
        <pc:chgData name="Tarun G" userId="96360c3b97a94105" providerId="LiveId" clId="{4A1A1FBC-DAC7-4330-A2CC-9BCE8FF750F7}" dt="2026-03-29T06:20:08.210" v="95" actId="20577"/>
        <pc:sldMkLst>
          <pc:docMk/>
          <pc:sldMk cId="2151592768" sldId="265"/>
        </pc:sldMkLst>
        <pc:spChg chg="mod">
          <ac:chgData name="Tarun G" userId="96360c3b97a94105" providerId="LiveId" clId="{4A1A1FBC-DAC7-4330-A2CC-9BCE8FF750F7}" dt="2026-03-29T06:20:08.210" v="95" actId="20577"/>
          <ac:spMkLst>
            <pc:docMk/>
            <pc:sldMk cId="2151592768" sldId="265"/>
            <ac:spMk id="5" creationId="{237F5A85-A6BC-EC1D-A870-1A5C168AAA5E}"/>
          </ac:spMkLst>
        </pc:spChg>
        <pc:spChg chg="mod">
          <ac:chgData name="Tarun G" userId="96360c3b97a94105" providerId="LiveId" clId="{4A1A1FBC-DAC7-4330-A2CC-9BCE8FF750F7}" dt="2026-03-29T06:19:53.036" v="92" actId="20577"/>
          <ac:spMkLst>
            <pc:docMk/>
            <pc:sldMk cId="2151592768" sldId="265"/>
            <ac:spMk id="7" creationId="{9A68436E-95E9-5C41-F71A-ADF293D27110}"/>
          </ac:spMkLst>
        </pc:spChg>
        <pc:picChg chg="del">
          <ac:chgData name="Tarun G" userId="96360c3b97a94105" providerId="LiveId" clId="{4A1A1FBC-DAC7-4330-A2CC-9BCE8FF750F7}" dt="2026-03-29T06:19:48.127" v="87" actId="478"/>
          <ac:picMkLst>
            <pc:docMk/>
            <pc:sldMk cId="2151592768" sldId="265"/>
            <ac:picMk id="2050" creationId="{82BE73AA-775F-B4E7-BEDF-0ACFD9708FFF}"/>
          </ac:picMkLst>
        </pc:picChg>
        <pc:picChg chg="add mod">
          <ac:chgData name="Tarun G" userId="96360c3b97a94105" providerId="LiveId" clId="{4A1A1FBC-DAC7-4330-A2CC-9BCE8FF750F7}" dt="2026-03-29T06:19:50.993" v="89" actId="167"/>
          <ac:picMkLst>
            <pc:docMk/>
            <pc:sldMk cId="2151592768" sldId="265"/>
            <ac:picMk id="3074" creationId="{0821FA9C-1210-93AD-DCF1-4C2DE405DA71}"/>
          </ac:picMkLst>
        </pc:picChg>
      </pc:sldChg>
      <pc:sldChg chg="addSp delSp new mod">
        <pc:chgData name="Tarun G" userId="96360c3b97a94105" providerId="LiveId" clId="{4A1A1FBC-DAC7-4330-A2CC-9BCE8FF750F7}" dt="2026-03-30T05:55:10.218" v="166" actId="478"/>
        <pc:sldMkLst>
          <pc:docMk/>
          <pc:sldMk cId="1091699072" sldId="266"/>
        </pc:sldMkLst>
        <pc:spChg chg="del">
          <ac:chgData name="Tarun G" userId="96360c3b97a94105" providerId="LiveId" clId="{4A1A1FBC-DAC7-4330-A2CC-9BCE8FF750F7}" dt="2026-03-30T05:55:08.965" v="165" actId="478"/>
          <ac:spMkLst>
            <pc:docMk/>
            <pc:sldMk cId="1091699072" sldId="266"/>
            <ac:spMk id="2" creationId="{68C4FAA9-B8A9-C700-4562-A84586D7E153}"/>
          </ac:spMkLst>
        </pc:spChg>
        <pc:spChg chg="del">
          <ac:chgData name="Tarun G" userId="96360c3b97a94105" providerId="LiveId" clId="{4A1A1FBC-DAC7-4330-A2CC-9BCE8FF750F7}" dt="2026-03-30T05:55:10.218" v="166" actId="478"/>
          <ac:spMkLst>
            <pc:docMk/>
            <pc:sldMk cId="1091699072" sldId="266"/>
            <ac:spMk id="3" creationId="{91F330A3-9620-42F6-3C59-A6E2C0DE1239}"/>
          </ac:spMkLst>
        </pc:spChg>
        <pc:picChg chg="add">
          <ac:chgData name="Tarun G" userId="96360c3b97a94105" providerId="LiveId" clId="{4A1A1FBC-DAC7-4330-A2CC-9BCE8FF750F7}" dt="2026-03-29T13:18:51.731" v="100"/>
          <ac:picMkLst>
            <pc:docMk/>
            <pc:sldMk cId="1091699072" sldId="266"/>
            <ac:picMk id="5122" creationId="{73E28D56-36EC-14B8-E501-B2F9439FDBE4}"/>
          </ac:picMkLst>
        </pc:picChg>
      </pc:sldChg>
      <pc:sldChg chg="addSp delSp modSp new mod">
        <pc:chgData name="Tarun G" userId="96360c3b97a94105" providerId="LiveId" clId="{4A1A1FBC-DAC7-4330-A2CC-9BCE8FF750F7}" dt="2026-03-29T13:19:16.790" v="118"/>
        <pc:sldMkLst>
          <pc:docMk/>
          <pc:sldMk cId="2130810621" sldId="267"/>
        </pc:sldMkLst>
        <pc:spChg chg="del">
          <ac:chgData name="Tarun G" userId="96360c3b97a94105" providerId="LiveId" clId="{4A1A1FBC-DAC7-4330-A2CC-9BCE8FF750F7}" dt="2026-03-29T13:18:59.797" v="103" actId="478"/>
          <ac:spMkLst>
            <pc:docMk/>
            <pc:sldMk cId="2130810621" sldId="267"/>
            <ac:spMk id="2" creationId="{5BD90E67-5FE0-F134-CD3C-16792E189A91}"/>
          </ac:spMkLst>
        </pc:spChg>
        <pc:spChg chg="del">
          <ac:chgData name="Tarun G" userId="96360c3b97a94105" providerId="LiveId" clId="{4A1A1FBC-DAC7-4330-A2CC-9BCE8FF750F7}" dt="2026-03-29T13:18:58.767" v="102" actId="478"/>
          <ac:spMkLst>
            <pc:docMk/>
            <pc:sldMk cId="2130810621" sldId="267"/>
            <ac:spMk id="3" creationId="{E75E4C32-95F5-B2F8-9BD4-EA0CEBA549FC}"/>
          </ac:spMkLst>
        </pc:spChg>
        <pc:picChg chg="add">
          <ac:chgData name="Tarun G" userId="96360c3b97a94105" providerId="LiveId" clId="{4A1A1FBC-DAC7-4330-A2CC-9BCE8FF750F7}" dt="2026-03-29T13:19:01.046" v="104"/>
          <ac:picMkLst>
            <pc:docMk/>
            <pc:sldMk cId="2130810621" sldId="267"/>
            <ac:picMk id="6146" creationId="{603D0EFD-8F1D-4502-DDC4-726A01BB6DA7}"/>
          </ac:picMkLst>
        </pc:picChg>
        <pc:picChg chg="add mod">
          <ac:chgData name="Tarun G" userId="96360c3b97a94105" providerId="LiveId" clId="{4A1A1FBC-DAC7-4330-A2CC-9BCE8FF750F7}" dt="2026-03-29T13:19:01.966" v="106"/>
          <ac:picMkLst>
            <pc:docMk/>
            <pc:sldMk cId="2130810621" sldId="267"/>
            <ac:picMk id="6148" creationId="{7947A4F3-12D9-4E6C-7DD7-7325CCCF430E}"/>
          </ac:picMkLst>
        </pc:picChg>
        <pc:picChg chg="add">
          <ac:chgData name="Tarun G" userId="96360c3b97a94105" providerId="LiveId" clId="{4A1A1FBC-DAC7-4330-A2CC-9BCE8FF750F7}" dt="2026-03-29T13:19:16.790" v="118"/>
          <ac:picMkLst>
            <pc:docMk/>
            <pc:sldMk cId="2130810621" sldId="267"/>
            <ac:picMk id="6150" creationId="{E864D0E9-D4BE-E3CB-8E84-74A08DA024B8}"/>
          </ac:picMkLst>
        </pc:picChg>
      </pc:sldChg>
      <pc:sldChg chg="addSp add">
        <pc:chgData name="Tarun G" userId="96360c3b97a94105" providerId="LiveId" clId="{4A1A1FBC-DAC7-4330-A2CC-9BCE8FF750F7}" dt="2026-03-29T13:19:21.241" v="119"/>
        <pc:sldMkLst>
          <pc:docMk/>
          <pc:sldMk cId="3246182463" sldId="268"/>
        </pc:sldMkLst>
        <pc:picChg chg="add">
          <ac:chgData name="Tarun G" userId="96360c3b97a94105" providerId="LiveId" clId="{4A1A1FBC-DAC7-4330-A2CC-9BCE8FF750F7}" dt="2026-03-29T13:19:21.241" v="119"/>
          <ac:picMkLst>
            <pc:docMk/>
            <pc:sldMk cId="3246182463" sldId="268"/>
            <ac:picMk id="17410" creationId="{4BE0669F-602E-AEF3-6A14-D7EF2D3E8D1B}"/>
          </ac:picMkLst>
        </pc:picChg>
      </pc:sldChg>
      <pc:sldChg chg="addSp add">
        <pc:chgData name="Tarun G" userId="96360c3b97a94105" providerId="LiveId" clId="{4A1A1FBC-DAC7-4330-A2CC-9BCE8FF750F7}" dt="2026-03-29T13:19:25.102" v="120"/>
        <pc:sldMkLst>
          <pc:docMk/>
          <pc:sldMk cId="2197654550" sldId="269"/>
        </pc:sldMkLst>
        <pc:picChg chg="add">
          <ac:chgData name="Tarun G" userId="96360c3b97a94105" providerId="LiveId" clId="{4A1A1FBC-DAC7-4330-A2CC-9BCE8FF750F7}" dt="2026-03-29T13:19:25.102" v="120"/>
          <ac:picMkLst>
            <pc:docMk/>
            <pc:sldMk cId="2197654550" sldId="269"/>
            <ac:picMk id="16386" creationId="{C222E74B-5BBE-889D-5DD1-440CAFE4A398}"/>
          </ac:picMkLst>
        </pc:picChg>
      </pc:sldChg>
      <pc:sldChg chg="addSp add">
        <pc:chgData name="Tarun G" userId="96360c3b97a94105" providerId="LiveId" clId="{4A1A1FBC-DAC7-4330-A2CC-9BCE8FF750F7}" dt="2026-03-29T13:19:29.207" v="121"/>
        <pc:sldMkLst>
          <pc:docMk/>
          <pc:sldMk cId="3036336865" sldId="270"/>
        </pc:sldMkLst>
        <pc:picChg chg="add">
          <ac:chgData name="Tarun G" userId="96360c3b97a94105" providerId="LiveId" clId="{4A1A1FBC-DAC7-4330-A2CC-9BCE8FF750F7}" dt="2026-03-29T13:19:29.207" v="121"/>
          <ac:picMkLst>
            <pc:docMk/>
            <pc:sldMk cId="3036336865" sldId="270"/>
            <ac:picMk id="15362" creationId="{EA068F1F-222E-A194-A551-F5962059CF48}"/>
          </ac:picMkLst>
        </pc:picChg>
      </pc:sldChg>
      <pc:sldChg chg="addSp add">
        <pc:chgData name="Tarun G" userId="96360c3b97a94105" providerId="LiveId" clId="{4A1A1FBC-DAC7-4330-A2CC-9BCE8FF750F7}" dt="2026-03-29T13:19:33.597" v="122"/>
        <pc:sldMkLst>
          <pc:docMk/>
          <pc:sldMk cId="1856666002" sldId="271"/>
        </pc:sldMkLst>
        <pc:picChg chg="add">
          <ac:chgData name="Tarun G" userId="96360c3b97a94105" providerId="LiveId" clId="{4A1A1FBC-DAC7-4330-A2CC-9BCE8FF750F7}" dt="2026-03-29T13:19:33.597" v="122"/>
          <ac:picMkLst>
            <pc:docMk/>
            <pc:sldMk cId="1856666002" sldId="271"/>
            <ac:picMk id="14338" creationId="{156593C0-C9EA-8D32-97C3-60D5E83D86BD}"/>
          </ac:picMkLst>
        </pc:picChg>
      </pc:sldChg>
      <pc:sldChg chg="addSp add">
        <pc:chgData name="Tarun G" userId="96360c3b97a94105" providerId="LiveId" clId="{4A1A1FBC-DAC7-4330-A2CC-9BCE8FF750F7}" dt="2026-03-29T13:19:40.037" v="123"/>
        <pc:sldMkLst>
          <pc:docMk/>
          <pc:sldMk cId="3229948920" sldId="272"/>
        </pc:sldMkLst>
        <pc:picChg chg="add">
          <ac:chgData name="Tarun G" userId="96360c3b97a94105" providerId="LiveId" clId="{4A1A1FBC-DAC7-4330-A2CC-9BCE8FF750F7}" dt="2026-03-29T13:19:40.037" v="123"/>
          <ac:picMkLst>
            <pc:docMk/>
            <pc:sldMk cId="3229948920" sldId="272"/>
            <ac:picMk id="13314" creationId="{F01621AA-8B6F-5B99-FF20-C6269FEEA410}"/>
          </ac:picMkLst>
        </pc:picChg>
      </pc:sldChg>
      <pc:sldChg chg="addSp add">
        <pc:chgData name="Tarun G" userId="96360c3b97a94105" providerId="LiveId" clId="{4A1A1FBC-DAC7-4330-A2CC-9BCE8FF750F7}" dt="2026-03-29T13:19:46.177" v="124"/>
        <pc:sldMkLst>
          <pc:docMk/>
          <pc:sldMk cId="2672970103" sldId="273"/>
        </pc:sldMkLst>
        <pc:picChg chg="add">
          <ac:chgData name="Tarun G" userId="96360c3b97a94105" providerId="LiveId" clId="{4A1A1FBC-DAC7-4330-A2CC-9BCE8FF750F7}" dt="2026-03-29T13:19:46.177" v="124"/>
          <ac:picMkLst>
            <pc:docMk/>
            <pc:sldMk cId="2672970103" sldId="273"/>
            <ac:picMk id="12290" creationId="{4BBD12A8-9E99-8E84-34DB-35CC4E821C76}"/>
          </ac:picMkLst>
        </pc:picChg>
      </pc:sldChg>
      <pc:sldChg chg="addSp add">
        <pc:chgData name="Tarun G" userId="96360c3b97a94105" providerId="LiveId" clId="{4A1A1FBC-DAC7-4330-A2CC-9BCE8FF750F7}" dt="2026-03-29T13:19:51.053" v="125"/>
        <pc:sldMkLst>
          <pc:docMk/>
          <pc:sldMk cId="2713075205" sldId="274"/>
        </pc:sldMkLst>
        <pc:picChg chg="add">
          <ac:chgData name="Tarun G" userId="96360c3b97a94105" providerId="LiveId" clId="{4A1A1FBC-DAC7-4330-A2CC-9BCE8FF750F7}" dt="2026-03-29T13:19:51.053" v="125"/>
          <ac:picMkLst>
            <pc:docMk/>
            <pc:sldMk cId="2713075205" sldId="274"/>
            <ac:picMk id="11266" creationId="{EA0DCCA8-9870-6FB5-D23E-C41AF9BB3AE2}"/>
          </ac:picMkLst>
        </pc:picChg>
      </pc:sldChg>
      <pc:sldChg chg="addSp add">
        <pc:chgData name="Tarun G" userId="96360c3b97a94105" providerId="LiveId" clId="{4A1A1FBC-DAC7-4330-A2CC-9BCE8FF750F7}" dt="2026-03-29T13:19:54.785" v="126"/>
        <pc:sldMkLst>
          <pc:docMk/>
          <pc:sldMk cId="3750651009" sldId="275"/>
        </pc:sldMkLst>
        <pc:picChg chg="add">
          <ac:chgData name="Tarun G" userId="96360c3b97a94105" providerId="LiveId" clId="{4A1A1FBC-DAC7-4330-A2CC-9BCE8FF750F7}" dt="2026-03-29T13:19:54.785" v="126"/>
          <ac:picMkLst>
            <pc:docMk/>
            <pc:sldMk cId="3750651009" sldId="275"/>
            <ac:picMk id="10242" creationId="{6B42A184-C51F-1B14-7985-F4C21B653B9B}"/>
          </ac:picMkLst>
        </pc:picChg>
      </pc:sldChg>
      <pc:sldChg chg="addSp add">
        <pc:chgData name="Tarun G" userId="96360c3b97a94105" providerId="LiveId" clId="{4A1A1FBC-DAC7-4330-A2CC-9BCE8FF750F7}" dt="2026-03-29T13:19:59.544" v="127"/>
        <pc:sldMkLst>
          <pc:docMk/>
          <pc:sldMk cId="2350783255" sldId="276"/>
        </pc:sldMkLst>
        <pc:picChg chg="add">
          <ac:chgData name="Tarun G" userId="96360c3b97a94105" providerId="LiveId" clId="{4A1A1FBC-DAC7-4330-A2CC-9BCE8FF750F7}" dt="2026-03-29T13:19:59.544" v="127"/>
          <ac:picMkLst>
            <pc:docMk/>
            <pc:sldMk cId="2350783255" sldId="276"/>
            <ac:picMk id="9218" creationId="{D6CDF4F0-4701-8663-E04F-DF9BF46875AA}"/>
          </ac:picMkLst>
        </pc:picChg>
      </pc:sldChg>
      <pc:sldChg chg="addSp modSp add mod">
        <pc:chgData name="Tarun G" userId="96360c3b97a94105" providerId="LiveId" clId="{4A1A1FBC-DAC7-4330-A2CC-9BCE8FF750F7}" dt="2026-03-30T06:07:08.009" v="269" actId="255"/>
        <pc:sldMkLst>
          <pc:docMk/>
          <pc:sldMk cId="3534140951" sldId="277"/>
        </pc:sldMkLst>
        <pc:spChg chg="add mod">
          <ac:chgData name="Tarun G" userId="96360c3b97a94105" providerId="LiveId" clId="{4A1A1FBC-DAC7-4330-A2CC-9BCE8FF750F7}" dt="2026-03-30T06:07:08.009" v="269" actId="255"/>
          <ac:spMkLst>
            <pc:docMk/>
            <pc:sldMk cId="3534140951" sldId="277"/>
            <ac:spMk id="3" creationId="{9652EB6E-31A8-D11F-16C9-271109BD8FDD}"/>
          </ac:spMkLst>
        </pc:spChg>
        <pc:graphicFrameChg chg="add mod modGraphic">
          <ac:chgData name="Tarun G" userId="96360c3b97a94105" providerId="LiveId" clId="{4A1A1FBC-DAC7-4330-A2CC-9BCE8FF750F7}" dt="2026-03-29T13:20:55.883" v="139"/>
          <ac:graphicFrameMkLst>
            <pc:docMk/>
            <pc:sldMk cId="3534140951" sldId="277"/>
            <ac:graphicFrameMk id="2" creationId="{7F6EB781-2F29-55C5-9607-05D749FBAA18}"/>
          </ac:graphicFrameMkLst>
        </pc:graphicFrameChg>
      </pc:sldChg>
      <pc:sldChg chg="addSp modSp add mod">
        <pc:chgData name="Tarun G" userId="96360c3b97a94105" providerId="LiveId" clId="{4A1A1FBC-DAC7-4330-A2CC-9BCE8FF750F7}" dt="2026-03-30T05:57:31.243" v="201" actId="1076"/>
        <pc:sldMkLst>
          <pc:docMk/>
          <pc:sldMk cId="1959915646" sldId="278"/>
        </pc:sldMkLst>
        <pc:spChg chg="add mod">
          <ac:chgData name="Tarun G" userId="96360c3b97a94105" providerId="LiveId" clId="{4A1A1FBC-DAC7-4330-A2CC-9BCE8FF750F7}" dt="2026-03-30T05:57:31.243" v="201" actId="1076"/>
          <ac:spMkLst>
            <pc:docMk/>
            <pc:sldMk cId="1959915646" sldId="278"/>
            <ac:spMk id="2" creationId="{7A8003CF-B103-BF61-22FA-D6607FA623E9}"/>
          </ac:spMkLst>
        </pc:spChg>
      </pc:sldChg>
      <pc:sldChg chg="modSp new mod">
        <pc:chgData name="Tarun G" userId="96360c3b97a94105" providerId="LiveId" clId="{4A1A1FBC-DAC7-4330-A2CC-9BCE8FF750F7}" dt="2026-03-29T13:22:19.386" v="164" actId="20577"/>
        <pc:sldMkLst>
          <pc:docMk/>
          <pc:sldMk cId="592598027" sldId="279"/>
        </pc:sldMkLst>
        <pc:spChg chg="mod">
          <ac:chgData name="Tarun G" userId="96360c3b97a94105" providerId="LiveId" clId="{4A1A1FBC-DAC7-4330-A2CC-9BCE8FF750F7}" dt="2026-03-29T13:22:19.386" v="164" actId="20577"/>
          <ac:spMkLst>
            <pc:docMk/>
            <pc:sldMk cId="592598027" sldId="279"/>
            <ac:spMk id="2" creationId="{1CD2F90D-EEF7-CB4C-6474-0FC4E20FF8C8}"/>
          </ac:spMkLst>
        </pc:spChg>
      </pc:sldChg>
      <pc:sldChg chg="addSp delSp add mod">
        <pc:chgData name="Tarun G" userId="96360c3b97a94105" providerId="LiveId" clId="{4A1A1FBC-DAC7-4330-A2CC-9BCE8FF750F7}" dt="2026-03-30T05:59:27.577" v="234"/>
        <pc:sldMkLst>
          <pc:docMk/>
          <pc:sldMk cId="3729521180" sldId="280"/>
        </pc:sldMkLst>
        <pc:spChg chg="del">
          <ac:chgData name="Tarun G" userId="96360c3b97a94105" providerId="LiveId" clId="{4A1A1FBC-DAC7-4330-A2CC-9BCE8FF750F7}" dt="2026-03-30T05:58:16.820" v="203" actId="478"/>
          <ac:spMkLst>
            <pc:docMk/>
            <pc:sldMk cId="3729521180" sldId="280"/>
            <ac:spMk id="2" creationId="{C231EA82-14A1-97EA-76C6-D74A9CF6F046}"/>
          </ac:spMkLst>
        </pc:spChg>
        <pc:picChg chg="add">
          <ac:chgData name="Tarun G" userId="96360c3b97a94105" providerId="LiveId" clId="{4A1A1FBC-DAC7-4330-A2CC-9BCE8FF750F7}" dt="2026-03-30T05:59:27.577" v="234"/>
          <ac:picMkLst>
            <pc:docMk/>
            <pc:sldMk cId="3729521180" sldId="280"/>
            <ac:picMk id="1026" creationId="{10BECBEA-0AEB-D616-B3FA-664363451C92}"/>
          </ac:picMkLst>
        </pc:picChg>
      </pc:sldChg>
      <pc:sldChg chg="addSp add">
        <pc:chgData name="Tarun G" userId="96360c3b97a94105" providerId="LiveId" clId="{4A1A1FBC-DAC7-4330-A2CC-9BCE8FF750F7}" dt="2026-03-30T05:59:31.584" v="235"/>
        <pc:sldMkLst>
          <pc:docMk/>
          <pc:sldMk cId="3169089488" sldId="281"/>
        </pc:sldMkLst>
        <pc:picChg chg="add">
          <ac:chgData name="Tarun G" userId="96360c3b97a94105" providerId="LiveId" clId="{4A1A1FBC-DAC7-4330-A2CC-9BCE8FF750F7}" dt="2026-03-30T05:59:31.584" v="235"/>
          <ac:picMkLst>
            <pc:docMk/>
            <pc:sldMk cId="3169089488" sldId="281"/>
            <ac:picMk id="2050" creationId="{D102D009-752C-21B9-F0CF-758841A7DD7D}"/>
          </ac:picMkLst>
        </pc:picChg>
      </pc:sldChg>
      <pc:sldChg chg="addSp add">
        <pc:chgData name="Tarun G" userId="96360c3b97a94105" providerId="LiveId" clId="{4A1A1FBC-DAC7-4330-A2CC-9BCE8FF750F7}" dt="2026-03-30T05:59:39.295" v="236"/>
        <pc:sldMkLst>
          <pc:docMk/>
          <pc:sldMk cId="2704050692" sldId="282"/>
        </pc:sldMkLst>
        <pc:picChg chg="add">
          <ac:chgData name="Tarun G" userId="96360c3b97a94105" providerId="LiveId" clId="{4A1A1FBC-DAC7-4330-A2CC-9BCE8FF750F7}" dt="2026-03-30T05:59:39.295" v="236"/>
          <ac:picMkLst>
            <pc:docMk/>
            <pc:sldMk cId="2704050692" sldId="282"/>
            <ac:picMk id="3074" creationId="{A005CEC3-3F7E-7F42-D2A3-BD41C042AE28}"/>
          </ac:picMkLst>
        </pc:picChg>
      </pc:sldChg>
      <pc:sldChg chg="addSp modSp add">
        <pc:chgData name="Tarun G" userId="96360c3b97a94105" providerId="LiveId" clId="{4A1A1FBC-DAC7-4330-A2CC-9BCE8FF750F7}" dt="2026-03-30T05:59:51.844" v="239" actId="1036"/>
        <pc:sldMkLst>
          <pc:docMk/>
          <pc:sldMk cId="2694441662" sldId="283"/>
        </pc:sldMkLst>
        <pc:picChg chg="add mod">
          <ac:chgData name="Tarun G" userId="96360c3b97a94105" providerId="LiveId" clId="{4A1A1FBC-DAC7-4330-A2CC-9BCE8FF750F7}" dt="2026-03-30T05:59:51.844" v="239" actId="1036"/>
          <ac:picMkLst>
            <pc:docMk/>
            <pc:sldMk cId="2694441662" sldId="283"/>
            <ac:picMk id="4098" creationId="{71F11C3B-E49E-8633-0B95-960720D5892E}"/>
          </ac:picMkLst>
        </pc:picChg>
      </pc:sldChg>
      <pc:sldChg chg="addSp add">
        <pc:chgData name="Tarun G" userId="96360c3b97a94105" providerId="LiveId" clId="{4A1A1FBC-DAC7-4330-A2CC-9BCE8FF750F7}" dt="2026-03-30T05:59:59.273" v="240"/>
        <pc:sldMkLst>
          <pc:docMk/>
          <pc:sldMk cId="569112540" sldId="284"/>
        </pc:sldMkLst>
        <pc:picChg chg="add">
          <ac:chgData name="Tarun G" userId="96360c3b97a94105" providerId="LiveId" clId="{4A1A1FBC-DAC7-4330-A2CC-9BCE8FF750F7}" dt="2026-03-30T05:59:59.273" v="240"/>
          <ac:picMkLst>
            <pc:docMk/>
            <pc:sldMk cId="569112540" sldId="284"/>
            <ac:picMk id="5122" creationId="{CE109E79-5873-785D-8BB1-FA954E318CA8}"/>
          </ac:picMkLst>
        </pc:picChg>
      </pc:sldChg>
      <pc:sldChg chg="addSp add">
        <pc:chgData name="Tarun G" userId="96360c3b97a94105" providerId="LiveId" clId="{4A1A1FBC-DAC7-4330-A2CC-9BCE8FF750F7}" dt="2026-03-30T06:00:03.818" v="241"/>
        <pc:sldMkLst>
          <pc:docMk/>
          <pc:sldMk cId="4054677604" sldId="285"/>
        </pc:sldMkLst>
        <pc:picChg chg="add">
          <ac:chgData name="Tarun G" userId="96360c3b97a94105" providerId="LiveId" clId="{4A1A1FBC-DAC7-4330-A2CC-9BCE8FF750F7}" dt="2026-03-30T06:00:03.818" v="241"/>
          <ac:picMkLst>
            <pc:docMk/>
            <pc:sldMk cId="4054677604" sldId="285"/>
            <ac:picMk id="6146" creationId="{7DA4F54A-CC80-D5A0-E6DC-0C7801EBF7F4}"/>
          </ac:picMkLst>
        </pc:picChg>
      </pc:sldChg>
      <pc:sldChg chg="addSp add">
        <pc:chgData name="Tarun G" userId="96360c3b97a94105" providerId="LiveId" clId="{4A1A1FBC-DAC7-4330-A2CC-9BCE8FF750F7}" dt="2026-03-30T06:00:08.981" v="242"/>
        <pc:sldMkLst>
          <pc:docMk/>
          <pc:sldMk cId="3607479253" sldId="286"/>
        </pc:sldMkLst>
        <pc:picChg chg="add">
          <ac:chgData name="Tarun G" userId="96360c3b97a94105" providerId="LiveId" clId="{4A1A1FBC-DAC7-4330-A2CC-9BCE8FF750F7}" dt="2026-03-30T06:00:08.981" v="242"/>
          <ac:picMkLst>
            <pc:docMk/>
            <pc:sldMk cId="3607479253" sldId="286"/>
            <ac:picMk id="7170" creationId="{CD57C418-87E2-28C5-6531-EC749BE6F3A3}"/>
          </ac:picMkLst>
        </pc:picChg>
      </pc:sldChg>
      <pc:sldChg chg="addSp add">
        <pc:chgData name="Tarun G" userId="96360c3b97a94105" providerId="LiveId" clId="{4A1A1FBC-DAC7-4330-A2CC-9BCE8FF750F7}" dt="2026-03-30T06:00:13.134" v="243"/>
        <pc:sldMkLst>
          <pc:docMk/>
          <pc:sldMk cId="1757830817" sldId="287"/>
        </pc:sldMkLst>
        <pc:picChg chg="add">
          <ac:chgData name="Tarun G" userId="96360c3b97a94105" providerId="LiveId" clId="{4A1A1FBC-DAC7-4330-A2CC-9BCE8FF750F7}" dt="2026-03-30T06:00:13.134" v="243"/>
          <ac:picMkLst>
            <pc:docMk/>
            <pc:sldMk cId="1757830817" sldId="287"/>
            <ac:picMk id="8194" creationId="{5FC189E1-E34F-E71F-7F0D-46421FB24633}"/>
          </ac:picMkLst>
        </pc:picChg>
      </pc:sldChg>
      <pc:sldChg chg="addSp add">
        <pc:chgData name="Tarun G" userId="96360c3b97a94105" providerId="LiveId" clId="{4A1A1FBC-DAC7-4330-A2CC-9BCE8FF750F7}" dt="2026-03-30T06:00:18.455" v="244"/>
        <pc:sldMkLst>
          <pc:docMk/>
          <pc:sldMk cId="232268456" sldId="288"/>
        </pc:sldMkLst>
        <pc:picChg chg="add">
          <ac:chgData name="Tarun G" userId="96360c3b97a94105" providerId="LiveId" clId="{4A1A1FBC-DAC7-4330-A2CC-9BCE8FF750F7}" dt="2026-03-30T06:00:18.455" v="244"/>
          <ac:picMkLst>
            <pc:docMk/>
            <pc:sldMk cId="232268456" sldId="288"/>
            <ac:picMk id="9218" creationId="{4531FB4C-B82B-A0AA-56CC-2972C30EB9EF}"/>
          </ac:picMkLst>
        </pc:picChg>
      </pc:sldChg>
      <pc:sldChg chg="addSp add">
        <pc:chgData name="Tarun G" userId="96360c3b97a94105" providerId="LiveId" clId="{4A1A1FBC-DAC7-4330-A2CC-9BCE8FF750F7}" dt="2026-03-30T06:00:23.320" v="245"/>
        <pc:sldMkLst>
          <pc:docMk/>
          <pc:sldMk cId="2783918662" sldId="289"/>
        </pc:sldMkLst>
        <pc:picChg chg="add">
          <ac:chgData name="Tarun G" userId="96360c3b97a94105" providerId="LiveId" clId="{4A1A1FBC-DAC7-4330-A2CC-9BCE8FF750F7}" dt="2026-03-30T06:00:23.320" v="245"/>
          <ac:picMkLst>
            <pc:docMk/>
            <pc:sldMk cId="2783918662" sldId="289"/>
            <ac:picMk id="10242" creationId="{A15EF43C-C3F9-2653-042B-A07004337264}"/>
          </ac:picMkLst>
        </pc:picChg>
      </pc:sldChg>
      <pc:sldChg chg="addSp add">
        <pc:chgData name="Tarun G" userId="96360c3b97a94105" providerId="LiveId" clId="{4A1A1FBC-DAC7-4330-A2CC-9BCE8FF750F7}" dt="2026-03-30T06:03:47.101" v="246"/>
        <pc:sldMkLst>
          <pc:docMk/>
          <pc:sldMk cId="3007939332" sldId="290"/>
        </pc:sldMkLst>
        <pc:picChg chg="add">
          <ac:chgData name="Tarun G" userId="96360c3b97a94105" providerId="LiveId" clId="{4A1A1FBC-DAC7-4330-A2CC-9BCE8FF750F7}" dt="2026-03-30T06:03:47.101" v="246"/>
          <ac:picMkLst>
            <pc:docMk/>
            <pc:sldMk cId="3007939332" sldId="290"/>
            <ac:picMk id="11266" creationId="{46F80EF5-80D7-B757-BB97-B09136C56F9C}"/>
          </ac:picMkLst>
        </pc:picChg>
      </pc:sldChg>
      <pc:sldChg chg="addSp add">
        <pc:chgData name="Tarun G" userId="96360c3b97a94105" providerId="LiveId" clId="{4A1A1FBC-DAC7-4330-A2CC-9BCE8FF750F7}" dt="2026-03-30T06:06:06.357" v="247"/>
        <pc:sldMkLst>
          <pc:docMk/>
          <pc:sldMk cId="1173092192" sldId="291"/>
        </pc:sldMkLst>
        <pc:picChg chg="add">
          <ac:chgData name="Tarun G" userId="96360c3b97a94105" providerId="LiveId" clId="{4A1A1FBC-DAC7-4330-A2CC-9BCE8FF750F7}" dt="2026-03-30T06:06:06.357" v="247"/>
          <ac:picMkLst>
            <pc:docMk/>
            <pc:sldMk cId="1173092192" sldId="291"/>
            <ac:picMk id="12290" creationId="{722FEA19-B4E2-CACF-9571-044F6CE8E964}"/>
          </ac:picMkLst>
        </pc:picChg>
      </pc:sldChg>
      <pc:sldChg chg="addSp modSp add mod">
        <pc:chgData name="Tarun G" userId="96360c3b97a94105" providerId="LiveId" clId="{4A1A1FBC-DAC7-4330-A2CC-9BCE8FF750F7}" dt="2026-03-30T09:17:48.008" v="323" actId="20577"/>
        <pc:sldMkLst>
          <pc:docMk/>
          <pc:sldMk cId="866625452" sldId="292"/>
        </pc:sldMkLst>
        <pc:spChg chg="add mod">
          <ac:chgData name="Tarun G" userId="96360c3b97a94105" providerId="LiveId" clId="{4A1A1FBC-DAC7-4330-A2CC-9BCE8FF750F7}" dt="2026-03-30T09:17:48.008" v="323" actId="20577"/>
          <ac:spMkLst>
            <pc:docMk/>
            <pc:sldMk cId="866625452" sldId="292"/>
            <ac:spMk id="2" creationId="{C7FC0378-701A-43C8-7F29-B44D5ED69496}"/>
          </ac:spMkLst>
        </pc:spChg>
      </pc:sldChg>
      <pc:sldChg chg="addSp add">
        <pc:chgData name="Tarun G" userId="96360c3b97a94105" providerId="LiveId" clId="{4A1A1FBC-DAC7-4330-A2CC-9BCE8FF750F7}" dt="2026-03-30T09:14:24.608" v="291"/>
        <pc:sldMkLst>
          <pc:docMk/>
          <pc:sldMk cId="3012705379" sldId="293"/>
        </pc:sldMkLst>
        <pc:graphicFrameChg chg="add">
          <ac:chgData name="Tarun G" userId="96360c3b97a94105" providerId="LiveId" clId="{4A1A1FBC-DAC7-4330-A2CC-9BCE8FF750F7}" dt="2026-03-30T09:14:19.820" v="290"/>
          <ac:graphicFrameMkLst>
            <pc:docMk/>
            <pc:sldMk cId="3012705379" sldId="293"/>
            <ac:graphicFrameMk id="2" creationId="{61D56C6A-69E3-B7DC-FF69-A22355565970}"/>
          </ac:graphicFrameMkLst>
        </pc:graphicFrameChg>
        <pc:picChg chg="add">
          <ac:chgData name="Tarun G" userId="96360c3b97a94105" providerId="LiveId" clId="{4A1A1FBC-DAC7-4330-A2CC-9BCE8FF750F7}" dt="2026-03-30T09:14:24.608" v="291"/>
          <ac:picMkLst>
            <pc:docMk/>
            <pc:sldMk cId="3012705379" sldId="293"/>
            <ac:picMk id="13314" creationId="{0C893B96-8666-803F-D618-F27C61C0589F}"/>
          </ac:picMkLst>
        </pc:picChg>
      </pc:sldChg>
      <pc:sldChg chg="addSp add">
        <pc:chgData name="Tarun G" userId="96360c3b97a94105" providerId="LiveId" clId="{4A1A1FBC-DAC7-4330-A2CC-9BCE8FF750F7}" dt="2026-03-30T09:14:29.882" v="292"/>
        <pc:sldMkLst>
          <pc:docMk/>
          <pc:sldMk cId="1634775912" sldId="294"/>
        </pc:sldMkLst>
        <pc:picChg chg="add">
          <ac:chgData name="Tarun G" userId="96360c3b97a94105" providerId="LiveId" clId="{4A1A1FBC-DAC7-4330-A2CC-9BCE8FF750F7}" dt="2026-03-30T09:14:29.882" v="292"/>
          <ac:picMkLst>
            <pc:docMk/>
            <pc:sldMk cId="1634775912" sldId="294"/>
            <ac:picMk id="14338" creationId="{3824D992-ABCF-C0F8-BFBA-860683A9B5CF}"/>
          </ac:picMkLst>
        </pc:picChg>
      </pc:sldChg>
      <pc:sldChg chg="addSp delSp add">
        <pc:chgData name="Tarun G" userId="96360c3b97a94105" providerId="LiveId" clId="{4A1A1FBC-DAC7-4330-A2CC-9BCE8FF750F7}" dt="2026-03-30T09:16:12.952" v="304"/>
        <pc:sldMkLst>
          <pc:docMk/>
          <pc:sldMk cId="1888824292" sldId="295"/>
        </pc:sldMkLst>
        <pc:picChg chg="add del">
          <ac:chgData name="Tarun G" userId="96360c3b97a94105" providerId="LiveId" clId="{4A1A1FBC-DAC7-4330-A2CC-9BCE8FF750F7}" dt="2026-03-30T09:16:12.665" v="303" actId="478"/>
          <ac:picMkLst>
            <pc:docMk/>
            <pc:sldMk cId="1888824292" sldId="295"/>
            <ac:picMk id="15362" creationId="{23A51C6F-F4D5-339F-59E0-128AA2152702}"/>
          </ac:picMkLst>
        </pc:picChg>
        <pc:picChg chg="add">
          <ac:chgData name="Tarun G" userId="96360c3b97a94105" providerId="LiveId" clId="{4A1A1FBC-DAC7-4330-A2CC-9BCE8FF750F7}" dt="2026-03-30T09:16:12.952" v="304"/>
          <ac:picMkLst>
            <pc:docMk/>
            <pc:sldMk cId="1888824292" sldId="295"/>
            <ac:picMk id="15364" creationId="{2072CDAA-8BB0-B466-0D3B-A3755AD96B0E}"/>
          </ac:picMkLst>
        </pc:picChg>
      </pc:sldChg>
      <pc:sldChg chg="addSp delSp modSp add">
        <pc:chgData name="Tarun G" userId="96360c3b97a94105" providerId="LiveId" clId="{4A1A1FBC-DAC7-4330-A2CC-9BCE8FF750F7}" dt="2026-03-30T09:16:27.653" v="311" actId="1035"/>
        <pc:sldMkLst>
          <pc:docMk/>
          <pc:sldMk cId="4219145025" sldId="296"/>
        </pc:sldMkLst>
        <pc:picChg chg="add del">
          <ac:chgData name="Tarun G" userId="96360c3b97a94105" providerId="LiveId" clId="{4A1A1FBC-DAC7-4330-A2CC-9BCE8FF750F7}" dt="2026-03-30T09:16:21.519" v="305" actId="478"/>
          <ac:picMkLst>
            <pc:docMk/>
            <pc:sldMk cId="4219145025" sldId="296"/>
            <ac:picMk id="16386" creationId="{CA58593E-F8CB-3071-0837-BB3CA95F0260}"/>
          </ac:picMkLst>
        </pc:picChg>
        <pc:picChg chg="add mod">
          <ac:chgData name="Tarun G" userId="96360c3b97a94105" providerId="LiveId" clId="{4A1A1FBC-DAC7-4330-A2CC-9BCE8FF750F7}" dt="2026-03-30T09:16:27.653" v="311" actId="1035"/>
          <ac:picMkLst>
            <pc:docMk/>
            <pc:sldMk cId="4219145025" sldId="296"/>
            <ac:picMk id="16388" creationId="{8D2DA678-EDEB-12BB-6B67-60909E65B0EF}"/>
          </ac:picMkLst>
        </pc:picChg>
      </pc:sldChg>
      <pc:sldChg chg="addSp add">
        <pc:chgData name="Tarun G" userId="96360c3b97a94105" providerId="LiveId" clId="{4A1A1FBC-DAC7-4330-A2CC-9BCE8FF750F7}" dt="2026-03-30T09:14:45.639" v="295"/>
        <pc:sldMkLst>
          <pc:docMk/>
          <pc:sldMk cId="18220264" sldId="297"/>
        </pc:sldMkLst>
        <pc:picChg chg="add">
          <ac:chgData name="Tarun G" userId="96360c3b97a94105" providerId="LiveId" clId="{4A1A1FBC-DAC7-4330-A2CC-9BCE8FF750F7}" dt="2026-03-30T09:14:45.639" v="295"/>
          <ac:picMkLst>
            <pc:docMk/>
            <pc:sldMk cId="18220264" sldId="297"/>
            <ac:picMk id="17410" creationId="{06AA17D0-AB39-76FB-E769-3026783B6492}"/>
          </ac:picMkLst>
        </pc:picChg>
      </pc:sldChg>
      <pc:sldChg chg="addSp delSp add">
        <pc:chgData name="Tarun G" userId="96360c3b97a94105" providerId="LiveId" clId="{4A1A1FBC-DAC7-4330-A2CC-9BCE8FF750F7}" dt="2026-03-30T09:17:12.093" v="313"/>
        <pc:sldMkLst>
          <pc:docMk/>
          <pc:sldMk cId="2319796069" sldId="298"/>
        </pc:sldMkLst>
        <pc:picChg chg="add del">
          <ac:chgData name="Tarun G" userId="96360c3b97a94105" providerId="LiveId" clId="{4A1A1FBC-DAC7-4330-A2CC-9BCE8FF750F7}" dt="2026-03-30T09:17:11.935" v="312" actId="478"/>
          <ac:picMkLst>
            <pc:docMk/>
            <pc:sldMk cId="2319796069" sldId="298"/>
            <ac:picMk id="18434" creationId="{5006291A-1CE8-5020-B976-7DED2A6C6493}"/>
          </ac:picMkLst>
        </pc:picChg>
        <pc:picChg chg="add">
          <ac:chgData name="Tarun G" userId="96360c3b97a94105" providerId="LiveId" clId="{4A1A1FBC-DAC7-4330-A2CC-9BCE8FF750F7}" dt="2026-03-30T09:17:12.093" v="313"/>
          <ac:picMkLst>
            <pc:docMk/>
            <pc:sldMk cId="2319796069" sldId="298"/>
            <ac:picMk id="18436" creationId="{F895D9B4-DF01-2035-A29E-C78A92ECC23D}"/>
          </ac:picMkLst>
        </pc:picChg>
      </pc:sldChg>
      <pc:sldChg chg="addSp add">
        <pc:chgData name="Tarun G" userId="96360c3b97a94105" providerId="LiveId" clId="{4A1A1FBC-DAC7-4330-A2CC-9BCE8FF750F7}" dt="2026-03-30T09:14:55.670" v="297"/>
        <pc:sldMkLst>
          <pc:docMk/>
          <pc:sldMk cId="2467909581" sldId="299"/>
        </pc:sldMkLst>
        <pc:picChg chg="add">
          <ac:chgData name="Tarun G" userId="96360c3b97a94105" providerId="LiveId" clId="{4A1A1FBC-DAC7-4330-A2CC-9BCE8FF750F7}" dt="2026-03-30T09:14:55.670" v="297"/>
          <ac:picMkLst>
            <pc:docMk/>
            <pc:sldMk cId="2467909581" sldId="299"/>
            <ac:picMk id="19458" creationId="{4ADA70CA-4B7F-051B-B6C5-7ACCC4F91397}"/>
          </ac:picMkLst>
        </pc:picChg>
      </pc:sldChg>
      <pc:sldChg chg="addSp add">
        <pc:chgData name="Tarun G" userId="96360c3b97a94105" providerId="LiveId" clId="{4A1A1FBC-DAC7-4330-A2CC-9BCE8FF750F7}" dt="2026-03-30T09:15:00.922" v="298"/>
        <pc:sldMkLst>
          <pc:docMk/>
          <pc:sldMk cId="2864271786" sldId="300"/>
        </pc:sldMkLst>
        <pc:picChg chg="add">
          <ac:chgData name="Tarun G" userId="96360c3b97a94105" providerId="LiveId" clId="{4A1A1FBC-DAC7-4330-A2CC-9BCE8FF750F7}" dt="2026-03-30T09:15:00.922" v="298"/>
          <ac:picMkLst>
            <pc:docMk/>
            <pc:sldMk cId="2864271786" sldId="300"/>
            <ac:picMk id="20482" creationId="{3D95B3D8-F286-5AA6-DD02-FC2649D0230F}"/>
          </ac:picMkLst>
        </pc:picChg>
      </pc:sldChg>
      <pc:sldChg chg="addSp add">
        <pc:chgData name="Tarun G" userId="96360c3b97a94105" providerId="LiveId" clId="{4A1A1FBC-DAC7-4330-A2CC-9BCE8FF750F7}" dt="2026-03-30T09:15:05.650" v="299"/>
        <pc:sldMkLst>
          <pc:docMk/>
          <pc:sldMk cId="55663779" sldId="301"/>
        </pc:sldMkLst>
        <pc:picChg chg="add">
          <ac:chgData name="Tarun G" userId="96360c3b97a94105" providerId="LiveId" clId="{4A1A1FBC-DAC7-4330-A2CC-9BCE8FF750F7}" dt="2026-03-30T09:15:05.650" v="299"/>
          <ac:picMkLst>
            <pc:docMk/>
            <pc:sldMk cId="55663779" sldId="301"/>
            <ac:picMk id="21506" creationId="{B4AE347C-B8C5-4F9D-C32E-4DAF4E86B494}"/>
          </ac:picMkLst>
        </pc:picChg>
      </pc:sldChg>
      <pc:sldChg chg="addSp add">
        <pc:chgData name="Tarun G" userId="96360c3b97a94105" providerId="LiveId" clId="{4A1A1FBC-DAC7-4330-A2CC-9BCE8FF750F7}" dt="2026-03-30T09:15:10.908" v="300"/>
        <pc:sldMkLst>
          <pc:docMk/>
          <pc:sldMk cId="639637338" sldId="302"/>
        </pc:sldMkLst>
        <pc:picChg chg="add">
          <ac:chgData name="Tarun G" userId="96360c3b97a94105" providerId="LiveId" clId="{4A1A1FBC-DAC7-4330-A2CC-9BCE8FF750F7}" dt="2026-03-30T09:15:10.908" v="300"/>
          <ac:picMkLst>
            <pc:docMk/>
            <pc:sldMk cId="639637338" sldId="302"/>
            <ac:picMk id="22530" creationId="{AF8B6618-8FD5-3598-150F-B28B5EACB323}"/>
          </ac:picMkLst>
        </pc:picChg>
      </pc:sldChg>
      <pc:sldChg chg="addSp add">
        <pc:chgData name="Tarun G" userId="96360c3b97a94105" providerId="LiveId" clId="{4A1A1FBC-DAC7-4330-A2CC-9BCE8FF750F7}" dt="2026-03-30T09:15:16.252" v="301"/>
        <pc:sldMkLst>
          <pc:docMk/>
          <pc:sldMk cId="3820865667" sldId="303"/>
        </pc:sldMkLst>
        <pc:picChg chg="add">
          <ac:chgData name="Tarun G" userId="96360c3b97a94105" providerId="LiveId" clId="{4A1A1FBC-DAC7-4330-A2CC-9BCE8FF750F7}" dt="2026-03-30T09:15:16.252" v="301"/>
          <ac:picMkLst>
            <pc:docMk/>
            <pc:sldMk cId="3820865667" sldId="303"/>
            <ac:picMk id="23554" creationId="{6A26DFEB-4409-F1C5-FA64-4FE5F10BBA6F}"/>
          </ac:picMkLst>
        </pc:picChg>
      </pc:sldChg>
      <pc:sldChg chg="addSp add">
        <pc:chgData name="Tarun G" userId="96360c3b97a94105" providerId="LiveId" clId="{4A1A1FBC-DAC7-4330-A2CC-9BCE8FF750F7}" dt="2026-03-30T09:15:22.224" v="302"/>
        <pc:sldMkLst>
          <pc:docMk/>
          <pc:sldMk cId="2513029220" sldId="304"/>
        </pc:sldMkLst>
        <pc:picChg chg="add">
          <ac:chgData name="Tarun G" userId="96360c3b97a94105" providerId="LiveId" clId="{4A1A1FBC-DAC7-4330-A2CC-9BCE8FF750F7}" dt="2026-03-30T09:15:22.224" v="302"/>
          <ac:picMkLst>
            <pc:docMk/>
            <pc:sldMk cId="2513029220" sldId="304"/>
            <ac:picMk id="24578" creationId="{9780E2D0-4ECB-2775-92BA-1BBB471363C3}"/>
          </ac:picMkLst>
        </pc:picChg>
      </pc:sldChg>
      <pc:sldChg chg="add del">
        <pc:chgData name="Tarun G" userId="96360c3b97a94105" providerId="LiveId" clId="{4A1A1FBC-DAC7-4330-A2CC-9BCE8FF750F7}" dt="2026-03-30T09:17:32.382" v="319" actId="47"/>
        <pc:sldMkLst>
          <pc:docMk/>
          <pc:sldMk cId="167076683" sldId="305"/>
        </pc:sldMkLst>
      </pc:sldChg>
      <pc:sldChg chg="add del">
        <pc:chgData name="Tarun G" userId="96360c3b97a94105" providerId="LiveId" clId="{4A1A1FBC-DAC7-4330-A2CC-9BCE8FF750F7}" dt="2026-03-30T09:17:32.116" v="318" actId="47"/>
        <pc:sldMkLst>
          <pc:docMk/>
          <pc:sldMk cId="3047411565" sldId="306"/>
        </pc:sldMkLst>
      </pc:sldChg>
      <pc:sldChg chg="add del">
        <pc:chgData name="Tarun G" userId="96360c3b97a94105" providerId="LiveId" clId="{4A1A1FBC-DAC7-4330-A2CC-9BCE8FF750F7}" dt="2026-03-30T09:17:31.832" v="317" actId="47"/>
        <pc:sldMkLst>
          <pc:docMk/>
          <pc:sldMk cId="856865820" sldId="307"/>
        </pc:sldMkLst>
      </pc:sldChg>
      <pc:sldChg chg="add del">
        <pc:chgData name="Tarun G" userId="96360c3b97a94105" providerId="LiveId" clId="{4A1A1FBC-DAC7-4330-A2CC-9BCE8FF750F7}" dt="2026-03-30T09:17:31.534" v="316" actId="47"/>
        <pc:sldMkLst>
          <pc:docMk/>
          <pc:sldMk cId="4043762675" sldId="308"/>
        </pc:sldMkLst>
      </pc:sldChg>
      <pc:sldChg chg="add del">
        <pc:chgData name="Tarun G" userId="96360c3b97a94105" providerId="LiveId" clId="{4A1A1FBC-DAC7-4330-A2CC-9BCE8FF750F7}" dt="2026-03-30T09:17:31.178" v="315" actId="47"/>
        <pc:sldMkLst>
          <pc:docMk/>
          <pc:sldMk cId="1551366623" sldId="309"/>
        </pc:sldMkLst>
      </pc:sldChg>
      <pc:sldChg chg="add del">
        <pc:chgData name="Tarun G" userId="96360c3b97a94105" providerId="LiveId" clId="{4A1A1FBC-DAC7-4330-A2CC-9BCE8FF750F7}" dt="2026-03-30T09:17:30.752" v="314" actId="47"/>
        <pc:sldMkLst>
          <pc:docMk/>
          <pc:sldMk cId="1744427730" sldId="310"/>
        </pc:sldMkLst>
      </pc:sldChg>
      <pc:sldChg chg="addSp modSp add mod">
        <pc:chgData name="Tarun G" userId="96360c3b97a94105" providerId="LiveId" clId="{4A1A1FBC-DAC7-4330-A2CC-9BCE8FF750F7}" dt="2026-03-30T06:07:15.065" v="278" actId="20577"/>
        <pc:sldMkLst>
          <pc:docMk/>
          <pc:sldMk cId="553143254" sldId="311"/>
        </pc:sldMkLst>
        <pc:spChg chg="add mod">
          <ac:chgData name="Tarun G" userId="96360c3b97a94105" providerId="LiveId" clId="{4A1A1FBC-DAC7-4330-A2CC-9BCE8FF750F7}" dt="2026-03-30T06:07:15.065" v="278" actId="20577"/>
          <ac:spMkLst>
            <pc:docMk/>
            <pc:sldMk cId="553143254" sldId="311"/>
            <ac:spMk id="3" creationId="{5B4F6987-0405-2886-196F-D2B5CEE5643E}"/>
          </ac:spMkLst>
        </pc:spChg>
        <pc:graphicFrameChg chg="mod modGraphic">
          <ac:chgData name="Tarun G" userId="96360c3b97a94105" providerId="LiveId" clId="{4A1A1FBC-DAC7-4330-A2CC-9BCE8FF750F7}" dt="2026-03-30T06:06:44.501" v="255"/>
          <ac:graphicFrameMkLst>
            <pc:docMk/>
            <pc:sldMk cId="553143254" sldId="311"/>
            <ac:graphicFrameMk id="2" creationId="{0214FCF6-57AD-0047-E53D-D0D6B2423E86}"/>
          </ac:graphicFrameMkLst>
        </pc:graphicFrameChg>
      </pc:sldChg>
      <pc:sldChg chg="modSp add mod">
        <pc:chgData name="Tarun G" userId="96360c3b97a94105" providerId="LiveId" clId="{4A1A1FBC-DAC7-4330-A2CC-9BCE8FF750F7}" dt="2026-03-30T09:13:55.831" v="289"/>
        <pc:sldMkLst>
          <pc:docMk/>
          <pc:sldMk cId="747657639" sldId="312"/>
        </pc:sldMkLst>
        <pc:spChg chg="mod">
          <ac:chgData name="Tarun G" userId="96360c3b97a94105" providerId="LiveId" clId="{4A1A1FBC-DAC7-4330-A2CC-9BCE8FF750F7}" dt="2026-03-30T09:13:28.789" v="282" actId="20577"/>
          <ac:spMkLst>
            <pc:docMk/>
            <pc:sldMk cId="747657639" sldId="312"/>
            <ac:spMk id="3" creationId="{6D5617B5-3599-8870-3363-B893C4D9A7CD}"/>
          </ac:spMkLst>
        </pc:spChg>
        <pc:graphicFrameChg chg="mod modGraphic">
          <ac:chgData name="Tarun G" userId="96360c3b97a94105" providerId="LiveId" clId="{4A1A1FBC-DAC7-4330-A2CC-9BCE8FF750F7}" dt="2026-03-30T09:13:55.831" v="289"/>
          <ac:graphicFrameMkLst>
            <pc:docMk/>
            <pc:sldMk cId="747657639" sldId="312"/>
            <ac:graphicFrameMk id="2" creationId="{1633B412-81F6-E4E0-F0C5-157B49EE650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CFF7E-37F1-DF36-26DE-A3246B784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888C0-1510-918E-87F8-D9FAC2189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10C8C-8269-40CD-A776-5C75265AA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72055-8565-4FBE-90AF-D5D55256F39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C343-6DBD-3083-D778-F57CB6C4F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297C8-6E70-5645-0D61-F3DC1F147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91D7-03A7-484D-9811-0EF8C987B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939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96A1-23EE-2A1D-4C82-82F12E842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E25F6-2F23-16C7-97D8-BB6029A5B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1605A-1758-42E4-7CC7-905C7E2AC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72055-8565-4FBE-90AF-D5D55256F39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ACF17-1B59-C2C9-CFD3-3BCF72134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F3490-C795-E402-1365-EAAA43C24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91D7-03A7-484D-9811-0EF8C987B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467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A74A-995A-91E0-8B95-9B4BCFF6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691D1-6382-5A9B-E06C-A6C0FDF1F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F77CE-77D4-348B-8120-62A4CC35E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72055-8565-4FBE-90AF-D5D55256F39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6BA5D-4435-3AE2-CF00-8A247AC3C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A450D-F24C-C4C1-9A13-5A004592D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91D7-03A7-484D-9811-0EF8C987B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812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0A2F-2B65-94A1-9152-0F3C9E73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A247A-10CA-855D-09E5-7A178EC59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37263-5063-C2AA-2951-1F720C14F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F41C6-79BA-C0B3-D7A1-7E3D3046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72055-8565-4FBE-90AF-D5D55256F39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1F230-B33D-D774-B7CE-B85EAB0E6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370EC-89B6-0451-2510-BBFA70293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91D7-03A7-484D-9811-0EF8C987B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571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D000-F2E4-E277-58C8-5FB946A83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C72B0-C5EA-55DB-E1DD-D0E68DBA4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A640E-A7C3-40BB-3161-F1E11507E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6C3BB6-6AEB-B487-1E7C-30137FCF0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0290B3-12A4-9C2F-B2E4-662B59C303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356994-1E9E-2A9B-9019-B9C700FDD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72055-8565-4FBE-90AF-D5D55256F39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5DA9E-D26E-AF94-0514-9FCFAC59A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8D9639-77D4-EDA9-EE9F-F9506C93A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91D7-03A7-484D-9811-0EF8C987B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4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531B0-2B11-9F09-D313-A91147077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8D7462-136B-7C74-8E0C-83DB8C951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72055-8565-4FBE-90AF-D5D55256F39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5FDBE-C2AD-F2C5-CF79-59399360E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8EB63-F9FE-4633-734B-625E791BA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91D7-03A7-484D-9811-0EF8C987B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224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8177C-C51E-899E-5A47-19093A419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72055-8565-4FBE-90AF-D5D55256F39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B00575-FD13-46AA-7629-28F593CA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B8FF0-33D6-ABBF-E860-ECA6BAE6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91D7-03A7-484D-9811-0EF8C987B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54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D4CA3-AEEA-F573-0A67-9708CB01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8FEA3-77B4-17C2-3F10-6D5D602E3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914708-4CFB-FC0A-4FAB-01B31B6C5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9B001-DFB1-4540-C5A5-2A3BF8F18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72055-8565-4FBE-90AF-D5D55256F39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44C57-8980-8AAA-0BEE-3E30F9239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B5463-E4C9-690D-C36B-D0A3E2F1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91D7-03A7-484D-9811-0EF8C987B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47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019F8-5AD2-D509-EECC-6C4F0390E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F0B5AF-9FEB-7D03-6FDF-28464D2F2B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1D15D-98D0-4F90-9BF5-B5E87B38A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CDDBE-EFA0-96C8-7E9D-A0AACFAD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72055-8565-4FBE-90AF-D5D55256F39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B91C7-D4EC-9468-1ECA-FD6A27478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4800A-BFC6-A9EB-283F-2D506B8C9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91D7-03A7-484D-9811-0EF8C987B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7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A167F-C9EF-2AC9-FD18-A1A96E515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22C30-3890-D65E-DBB8-45389BB28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43F66-61C0-A493-CC1C-3840E7E9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72055-8565-4FBE-90AF-D5D55256F39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95531-7F42-A7FE-E730-F216474A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A7479-3106-FF6F-67B1-8104EAD1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91D7-03A7-484D-9811-0EF8C987B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20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CBD66C-954F-938B-CF4C-59AB752986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EF255-77DD-FAB3-1126-2D1048E8D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F6C19-4A58-255D-D95A-DC5CB509D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72055-8565-4FBE-90AF-D5D55256F39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4F327-D912-880D-82B4-598FEF82A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08738-FC33-7641-21E2-DA257328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B91D7-03A7-484D-9811-0EF8C987B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300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A382AF-6D57-EE15-BDD0-A5A2B4E9F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39060-2AEF-7D34-9B32-DB9DBAEE2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3C23D-F52E-BA45-73A6-D4F33A8BB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72055-8565-4FBE-90AF-D5D55256F39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92989-535B-0AFD-87FB-9FDF5EF10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81645-EFB4-84EA-8344-E5F5D6E1B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B91D7-03A7-484D-9811-0EF8C987B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85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57E03-4848-06FB-98BD-F58EC9E96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9A4E3-68A6-6F02-9CD2-F93F317FE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9572" y="170749"/>
            <a:ext cx="9144000" cy="881874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IN" dirty="0"/>
              <a:t>TKAN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59B75C-1EE0-6BFC-55D9-1D5237DE2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1023937"/>
            <a:ext cx="939165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88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FB7A6-6597-A978-15DD-60932ADB9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60128-3E81-60C5-EF8F-65F7401DD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9572" y="170749"/>
            <a:ext cx="9144000" cy="881874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IN" dirty="0"/>
              <a:t>30 Day Window instead of 60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D4B76D-2A3B-5665-CF45-674FAB982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1023937"/>
            <a:ext cx="939165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997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EA83D-7335-5954-CB4D-F631F7E43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9572" y="170749"/>
            <a:ext cx="9144000" cy="881874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IN" dirty="0"/>
              <a:t>Adding Bias to Dense Layer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A72C9B-E751-8685-B7E1-036D01FBE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1023937"/>
            <a:ext cx="939165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910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D281B-7B16-8552-F750-541A9B7D3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4B31-E91D-4C63-E097-1B90A838C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9572" y="170749"/>
            <a:ext cx="9144000" cy="881874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IN" dirty="0"/>
              <a:t>Batch size = 16 instead of 32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4222C-01F3-0C4A-0B5E-88AE232CE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1023937"/>
            <a:ext cx="939165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82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D3E4C-1492-09EE-1ADB-17C35EA49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B7045-F6F1-14F5-D482-F85630AD4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9572" y="170749"/>
            <a:ext cx="9144000" cy="881874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IN" dirty="0"/>
              <a:t>27 rounds instead of 20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5F2780-64FB-C784-28EA-895262CDA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1023937"/>
            <a:ext cx="939165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210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8AA5E-3DBB-0A2D-4709-2D7E584B4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1DAB4-2767-7AA6-03CA-A659646D5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9572" y="170749"/>
            <a:ext cx="9144000" cy="881874"/>
          </a:xfrm>
        </p:spPr>
        <p:txBody>
          <a:bodyPr>
            <a:normAutofit fontScale="90000"/>
          </a:bodyPr>
          <a:lstStyle/>
          <a:p>
            <a:r>
              <a:rPr lang="en-US" dirty="0"/>
              <a:t>statistics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EBD9E6-253B-BB69-6F8D-D8C925D93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5" y="2276475"/>
            <a:ext cx="813435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17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3CBC67B3-1132-F670-CA42-9FAC1B7B9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1023938"/>
            <a:ext cx="9391650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DF22EE-0A1F-DEFD-58BF-AF0FB73400F7}"/>
              </a:ext>
            </a:extLst>
          </p:cNvPr>
          <p:cNvSpPr txBox="1"/>
          <p:nvPr/>
        </p:nvSpPr>
        <p:spPr>
          <a:xfrm>
            <a:off x="6863317" y="4440221"/>
            <a:ext cx="3985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MAE: 0.044407319379293944 MSE: 0.0028097508520577206 R²: 0.846903537901351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8FE9A7D-111B-4830-40F4-CC352B3E91D8}"/>
              </a:ext>
            </a:extLst>
          </p:cNvPr>
          <p:cNvSpPr txBox="1">
            <a:spLocks/>
          </p:cNvSpPr>
          <p:nvPr/>
        </p:nvSpPr>
        <p:spPr>
          <a:xfrm>
            <a:off x="1449572" y="170749"/>
            <a:ext cx="9144000" cy="881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Batch size 32, seq </a:t>
            </a:r>
            <a:r>
              <a:rPr lang="en-US" dirty="0" err="1"/>
              <a:t>len</a:t>
            </a:r>
            <a:r>
              <a:rPr lang="en-US" dirty="0"/>
              <a:t> 30, two layers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1168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084F5-2E07-DFA7-3D51-920B8336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500EC51-5D31-FF10-68FC-F5D04566A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1023938"/>
            <a:ext cx="9391650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E998EF-FF9F-0194-73FB-4903CD79DDA3}"/>
              </a:ext>
            </a:extLst>
          </p:cNvPr>
          <p:cNvSpPr txBox="1"/>
          <p:nvPr/>
        </p:nvSpPr>
        <p:spPr>
          <a:xfrm>
            <a:off x="6863317" y="4440221"/>
            <a:ext cx="37302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MAE: 0.015715549909169246 </a:t>
            </a:r>
          </a:p>
          <a:p>
            <a:r>
              <a:rPr lang="pt-BR" dirty="0"/>
              <a:t>MSE: 0.0004038140445238073 </a:t>
            </a:r>
          </a:p>
          <a:p>
            <a:r>
              <a:rPr lang="pt-BR" dirty="0"/>
              <a:t>R²: 0.9779971588879257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C2542FA-DB58-7107-2329-D4C8B3FDBC51}"/>
              </a:ext>
            </a:extLst>
          </p:cNvPr>
          <p:cNvSpPr txBox="1">
            <a:spLocks/>
          </p:cNvSpPr>
          <p:nvPr/>
        </p:nvSpPr>
        <p:spPr>
          <a:xfrm>
            <a:off x="1449572" y="170749"/>
            <a:ext cx="9144000" cy="881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Batch size 16, seq </a:t>
            </a:r>
            <a:r>
              <a:rPr lang="en-US" dirty="0" err="1"/>
              <a:t>len</a:t>
            </a:r>
            <a:r>
              <a:rPr lang="en-US" dirty="0"/>
              <a:t> 30, two layers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0297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F90D-EEF7-CB4C-6474-0FC4E20FF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Layer Results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9B625-5AFF-A68B-6068-2D2ABA55C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598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681C1-16F4-3D34-50D0-5020D3992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821FA9C-1210-93AD-DCF1-4C2DE405D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1023938"/>
            <a:ext cx="9391650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7F5A85-A6BC-EC1D-A870-1A5C168AAA5E}"/>
              </a:ext>
            </a:extLst>
          </p:cNvPr>
          <p:cNvSpPr txBox="1"/>
          <p:nvPr/>
        </p:nvSpPr>
        <p:spPr>
          <a:xfrm>
            <a:off x="6863317" y="4440221"/>
            <a:ext cx="37302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MAE: 0.016776670585211 </a:t>
            </a:r>
          </a:p>
          <a:p>
            <a:r>
              <a:rPr lang="pt-BR" dirty="0"/>
              <a:t>MSE: 0.00046143536970031106 </a:t>
            </a:r>
          </a:p>
          <a:p>
            <a:r>
              <a:rPr lang="pt-BR" dirty="0"/>
              <a:t>R²: 0.9748575135989145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68436E-95E9-5C41-F71A-ADF293D27110}"/>
              </a:ext>
            </a:extLst>
          </p:cNvPr>
          <p:cNvSpPr txBox="1">
            <a:spLocks/>
          </p:cNvSpPr>
          <p:nvPr/>
        </p:nvSpPr>
        <p:spPr>
          <a:xfrm>
            <a:off x="1449572" y="170749"/>
            <a:ext cx="9144000" cy="881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Batch size 8, seq </a:t>
            </a:r>
            <a:r>
              <a:rPr lang="en-US" dirty="0" err="1"/>
              <a:t>len</a:t>
            </a:r>
            <a:r>
              <a:rPr lang="en-US" dirty="0"/>
              <a:t> 30, two layers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1592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00D25980-B421-F6EB-454A-01408CAF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1647825"/>
            <a:ext cx="79152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036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73E28D56-36EC-14B8-E501-B2F9439FD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1647825"/>
            <a:ext cx="79152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699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>
            <a:extLst>
              <a:ext uri="{FF2B5EF4-FFF2-40B4-BE49-F238E27FC236}">
                <a16:creationId xmlns:a16="http://schemas.microsoft.com/office/drawing/2014/main" id="{E864D0E9-D4BE-E3CB-8E84-74A08DA02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1647825"/>
            <a:ext cx="79152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810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5598A-689D-B783-47EF-6A2F431DD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4BE0669F-602E-AEF3-6A14-D7EF2D3E8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1647825"/>
            <a:ext cx="79152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182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BFF53-8829-9D41-49E0-73602041A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C222E74B-5BBE-889D-5DD1-440CAFE4A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1647825"/>
            <a:ext cx="79152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7654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3EA47-EF91-4CB8-4102-10B522160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EA068F1F-222E-A194-A551-F5962059C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1647825"/>
            <a:ext cx="79152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6336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0107-34D1-86B6-D0D0-E6BFCA344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156593C0-C9EA-8D32-97C3-60D5E83D8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1647825"/>
            <a:ext cx="79152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666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100AF-FF82-D76B-BC29-19920EB88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F01621AA-8B6F-5B99-FF20-C6269FEEA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1647825"/>
            <a:ext cx="79152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948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BDA8D-D09B-C141-2B81-351F81529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4BBD12A8-9E99-8E84-34DB-35CC4E821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1647825"/>
            <a:ext cx="79152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2970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BA249-3399-CE8C-5EA2-84868F25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EA0DCCA8-9870-6FB5-D23E-C41AF9BB3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1647825"/>
            <a:ext cx="79152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075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32DE5-3671-BA74-9A83-1A7014AD5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6B42A184-C51F-1B14-7985-F4C21B653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1647825"/>
            <a:ext cx="79152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06510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F635A-B90F-0EE5-A94B-A7420CA08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D6CDF4F0-4701-8663-E04F-DF9BF4687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1647825"/>
            <a:ext cx="79152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783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1559B-69DB-4BF3-5F1A-BE15FEF59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6EB781-2F29-55C5-9607-05D749FBA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718344"/>
              </p:ext>
            </p:extLst>
          </p:nvPr>
        </p:nvGraphicFramePr>
        <p:xfrm>
          <a:off x="1546872" y="1780160"/>
          <a:ext cx="9098256" cy="44422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37282">
                  <a:extLst>
                    <a:ext uri="{9D8B030D-6E8A-4147-A177-3AD203B41FA5}">
                      <a16:colId xmlns:a16="http://schemas.microsoft.com/office/drawing/2014/main" val="2686715198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3395188255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4253930610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65158483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1243733164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4059165721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3301149727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2316134189"/>
                    </a:ext>
                  </a:extLst>
                </a:gridCol>
              </a:tblGrid>
              <a:tr h="553807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600" b="1" dirty="0">
                        <a:effectLst/>
                      </a:endParaRP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 dirty="0">
                          <a:effectLst/>
                        </a:rPr>
                        <a:t>SEQ_LENGTH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>
                          <a:effectLst/>
                        </a:rPr>
                        <a:t>NEURONS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 dirty="0">
                          <a:effectLst/>
                        </a:rPr>
                        <a:t>DROPOUT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>
                          <a:effectLst/>
                        </a:rPr>
                        <a:t>OPTIMIZER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>
                          <a:effectLst/>
                        </a:rPr>
                        <a:t>BATCH_SIZE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 dirty="0">
                          <a:effectLst/>
                        </a:rPr>
                        <a:t>R2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 dirty="0">
                          <a:effectLst/>
                        </a:rPr>
                        <a:t>MAE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79046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effectLst/>
                        </a:rPr>
                        <a:t>30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50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effectLst/>
                        </a:rPr>
                        <a:t>0.2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adam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effectLst/>
                        </a:rPr>
                        <a:t>8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effectLst/>
                        </a:rPr>
                        <a:t>0.990579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0.010324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98262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1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50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adam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0.988821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0.011166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168321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4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100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adam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0.988047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0.011553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565176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8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150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 err="1">
                          <a:effectLst/>
                        </a:rPr>
                        <a:t>adam</a:t>
                      </a:r>
                      <a:endParaRPr lang="en-IN" sz="1600" dirty="0">
                        <a:effectLst/>
                      </a:endParaRP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0.985728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0.012397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356594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9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150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adam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0.985528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0.012855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01687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5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100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adam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0.974497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0.017494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416436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11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150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0.960431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effectLst/>
                        </a:rPr>
                        <a:t>0.022438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940602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6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100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0.934256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effectLst/>
                        </a:rPr>
                        <a:t>0.028430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503420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10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150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0.933891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effectLst/>
                        </a:rPr>
                        <a:t>0.028515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07229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7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100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0.926662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effectLst/>
                        </a:rPr>
                        <a:t>0.029415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535022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2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50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0.779484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0.049591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46894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3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50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0.516468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effectLst/>
                        </a:rPr>
                        <a:t>0.081066</a:t>
                      </a:r>
                    </a:p>
                  </a:txBody>
                  <a:tcPr marL="79115" marR="79115" marT="39558" marB="39558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3425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652EB6E-31A8-D11F-16C9-271109BD8FDD}"/>
              </a:ext>
            </a:extLst>
          </p:cNvPr>
          <p:cNvSpPr txBox="1"/>
          <p:nvPr/>
        </p:nvSpPr>
        <p:spPr>
          <a:xfrm>
            <a:off x="4508205" y="526312"/>
            <a:ext cx="493882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Nifty Index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534140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6E68D-0AD0-60E1-6A3F-1C9FE0FB8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14FCF6-57AD-0047-E53D-D0D6B2423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092366"/>
              </p:ext>
            </p:extLst>
          </p:nvPr>
        </p:nvGraphicFramePr>
        <p:xfrm>
          <a:off x="1546872" y="1780160"/>
          <a:ext cx="9098256" cy="4602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37282">
                  <a:extLst>
                    <a:ext uri="{9D8B030D-6E8A-4147-A177-3AD203B41FA5}">
                      <a16:colId xmlns:a16="http://schemas.microsoft.com/office/drawing/2014/main" val="2686715198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3395188255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4253930610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65158483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1243733164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4059165721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3301149727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2316134189"/>
                    </a:ext>
                  </a:extLst>
                </a:gridCol>
              </a:tblGrid>
              <a:tr h="553807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600" b="1" dirty="0">
                        <a:effectLst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 dirty="0">
                          <a:effectLst/>
                        </a:rPr>
                        <a:t>SEQ_LENGTH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 dirty="0">
                          <a:effectLst/>
                        </a:rPr>
                        <a:t>NEURONS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>
                          <a:effectLst/>
                        </a:rPr>
                        <a:t>DROPOUT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>
                          <a:effectLst/>
                        </a:rPr>
                        <a:t>OPTIMIZER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>
                          <a:effectLst/>
                        </a:rPr>
                        <a:t>BATCH_SIZE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>
                          <a:effectLst/>
                        </a:rPr>
                        <a:t>R2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 dirty="0">
                          <a:effectLst/>
                        </a:rPr>
                        <a:t>MAE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79046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100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 err="1">
                          <a:effectLst/>
                        </a:rPr>
                        <a:t>adam</a:t>
                      </a:r>
                      <a:endParaRPr lang="en-IN" sz="1600" dirty="0">
                        <a:effectLst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effectLst/>
                        </a:rPr>
                        <a:t>0.991096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effectLst/>
                        </a:rPr>
                        <a:t>0.012492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98262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adam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0.984324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0.017134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168321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9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adam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0.983499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0.017592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565176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5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100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adam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0.967340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0.025315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356594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10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0.967050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0.026691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01687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adam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0.962538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0.028985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416436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1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adam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0.942649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0.034342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940602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100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0.936984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0.035333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503420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11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0.920182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0.038445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07229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7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100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0.750962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0.068266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535022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3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0.731485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0.072417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46894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0.712384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effectLst/>
                        </a:rPr>
                        <a:t>0.076286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3425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B4F6987-0405-2886-196F-D2B5CEE5643E}"/>
              </a:ext>
            </a:extLst>
          </p:cNvPr>
          <p:cNvSpPr txBox="1"/>
          <p:nvPr/>
        </p:nvSpPr>
        <p:spPr>
          <a:xfrm>
            <a:off x="4508205" y="526312"/>
            <a:ext cx="493882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High ESG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553143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A4E82-B139-D9F1-6A65-929DF6EBF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33B412-81F6-E4E0-F0C5-157B49EE6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631287"/>
              </p:ext>
            </p:extLst>
          </p:nvPr>
        </p:nvGraphicFramePr>
        <p:xfrm>
          <a:off x="1546872" y="1780160"/>
          <a:ext cx="9098256" cy="4602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37282">
                  <a:extLst>
                    <a:ext uri="{9D8B030D-6E8A-4147-A177-3AD203B41FA5}">
                      <a16:colId xmlns:a16="http://schemas.microsoft.com/office/drawing/2014/main" val="2686715198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3395188255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4253930610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65158483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1243733164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4059165721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3301149727"/>
                    </a:ext>
                  </a:extLst>
                </a:gridCol>
                <a:gridCol w="1137282">
                  <a:extLst>
                    <a:ext uri="{9D8B030D-6E8A-4147-A177-3AD203B41FA5}">
                      <a16:colId xmlns:a16="http://schemas.microsoft.com/office/drawing/2014/main" val="2316134189"/>
                    </a:ext>
                  </a:extLst>
                </a:gridCol>
              </a:tblGrid>
              <a:tr h="553807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600" b="1" dirty="0">
                        <a:effectLst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 dirty="0">
                          <a:effectLst/>
                        </a:rPr>
                        <a:t>SEQ_LENGTH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>
                          <a:effectLst/>
                        </a:rPr>
                        <a:t>NEURONS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>
                          <a:effectLst/>
                        </a:rPr>
                        <a:t>DROPOUT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 dirty="0">
                          <a:effectLst/>
                        </a:rPr>
                        <a:t>OPTIMIZER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 dirty="0">
                          <a:effectLst/>
                        </a:rPr>
                        <a:t>BATCH_SIZE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 dirty="0">
                          <a:effectLst/>
                        </a:rPr>
                        <a:t>R2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b="1" dirty="0">
                          <a:effectLst/>
                        </a:rPr>
                        <a:t>MAE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79046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9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adam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0.989858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0.011870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98262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adam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0.985959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0.014080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168321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100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adam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0.985848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0.014020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565176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adam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0.981426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0.016256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356594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5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100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adam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0.981401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0.016100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01687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1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adam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0.973098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0.019768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416436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10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0.957474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0.025302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940602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11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0.946689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0.029196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503420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7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100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0.916395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0.036980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07229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100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0.913274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0.035634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535022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0.888083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0.040042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46894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b="1">
                          <a:effectLst/>
                        </a:rPr>
                        <a:t>3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adagrad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16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effectLst/>
                        </a:rPr>
                        <a:t>0.800278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effectLst/>
                        </a:rPr>
                        <a:t>0.053035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3425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D5617B5-3599-8870-3363-B893C4D9A7CD}"/>
              </a:ext>
            </a:extLst>
          </p:cNvPr>
          <p:cNvSpPr txBox="1"/>
          <p:nvPr/>
        </p:nvSpPr>
        <p:spPr>
          <a:xfrm>
            <a:off x="4508205" y="526312"/>
            <a:ext cx="493882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Low ESG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747657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2748C-705B-957D-FA15-77CC97936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8003CF-B103-BF61-22FA-D6607FA623E9}"/>
              </a:ext>
            </a:extLst>
          </p:cNvPr>
          <p:cNvSpPr txBox="1"/>
          <p:nvPr/>
        </p:nvSpPr>
        <p:spPr>
          <a:xfrm>
            <a:off x="3827721" y="2998113"/>
            <a:ext cx="45365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/>
              <a:t>High ESG Results</a:t>
            </a:r>
            <a:endParaRPr lang="en-IN" sz="5000" dirty="0"/>
          </a:p>
        </p:txBody>
      </p:sp>
    </p:spTree>
    <p:extLst>
      <p:ext uri="{BB962C8B-B14F-4D97-AF65-F5344CB8AC3E}">
        <p14:creationId xmlns:p14="http://schemas.microsoft.com/office/powerpoint/2010/main" val="1959915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B290B-8727-B761-E756-EF8F8A0CD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0BECBEA-0AEB-D616-B3FA-664363451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521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97EB6-3A1B-D339-F132-CC0E687CA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102D009-752C-21B9-F0CF-758841A7D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9089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E1712-C316-E25F-114B-7FBCB87CD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005CEC3-3F7E-7F42-D2A3-BD41C042A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0506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1B94-FC1D-5B57-A603-C3FA65D08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1F11C3B-E49E-8633-0B95-960720D58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4416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377D2-B667-8168-C20E-91782843A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CE109E79-5873-785D-8BB1-FA954E318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112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B77DB-FE87-DE6B-90FA-F23D0D7A8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7DA4F54A-CC80-D5A0-E6DC-0C7801EBF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46776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72ACB-906B-7045-BC34-B85930A9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CD57C418-87E2-28C5-6531-EC749BE6F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479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B388F-0C8B-6144-D82C-0E9A3BA16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5FC189E1-E34F-E71F-7F0D-46421FB24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8308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2476A-8978-5C88-D757-D4F7DDB01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4531FB4C-B82B-A0AA-56CC-2972C30EB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684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2E479-A934-57D9-BA7D-E9EF26BAF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A15EF43C-C3F9-2653-042B-A07004337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9186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9BDB7-DEC1-0A69-3AC9-371BEC54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46F80EF5-80D7-B757-BB97-B09136C56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79393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EC27-77E0-4F35-3C05-E1B7D5BA8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722FEA19-B4E2-CACF-9571-044F6CE8E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0921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9E20D-8EBC-FDE3-C145-8A5D04C50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FC0378-701A-43C8-7F29-B44D5ED69496}"/>
              </a:ext>
            </a:extLst>
          </p:cNvPr>
          <p:cNvSpPr txBox="1"/>
          <p:nvPr/>
        </p:nvSpPr>
        <p:spPr>
          <a:xfrm>
            <a:off x="3827721" y="2998113"/>
            <a:ext cx="45365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/>
              <a:t>Low </a:t>
            </a:r>
            <a:r>
              <a:rPr lang="en-US" sz="5000" dirty="0"/>
              <a:t>ESG Results</a:t>
            </a:r>
            <a:endParaRPr lang="en-IN" sz="5000" dirty="0"/>
          </a:p>
        </p:txBody>
      </p:sp>
    </p:spTree>
    <p:extLst>
      <p:ext uri="{BB962C8B-B14F-4D97-AF65-F5344CB8AC3E}">
        <p14:creationId xmlns:p14="http://schemas.microsoft.com/office/powerpoint/2010/main" val="8666254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942A2-46AA-955E-FCF9-8D0061206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0C893B96-8666-803F-D618-F27C61C05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7053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59819-87D7-DB7D-7669-8632D348C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3824D992-ABCF-C0F8-BFBA-860683A9B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47759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2A1CF-0696-FD71-A8AB-F155CA937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>
            <a:extLst>
              <a:ext uri="{FF2B5EF4-FFF2-40B4-BE49-F238E27FC236}">
                <a16:creationId xmlns:a16="http://schemas.microsoft.com/office/drawing/2014/main" id="{2072CDAA-8BB0-B466-0D3B-A3755AD96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8242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0E8FA-C391-823E-06D2-550BFF40A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>
            <a:extLst>
              <a:ext uri="{FF2B5EF4-FFF2-40B4-BE49-F238E27FC236}">
                <a16:creationId xmlns:a16="http://schemas.microsoft.com/office/drawing/2014/main" id="{8D2DA678-EDEB-12BB-6B67-60909E65B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53141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91450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EEE8F-995D-5363-2D2C-D536CA13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06AA17D0-AB39-76FB-E769-3026783B6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02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1EA6F-7996-FBAF-2677-D1F5293F8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4">
            <a:extLst>
              <a:ext uri="{FF2B5EF4-FFF2-40B4-BE49-F238E27FC236}">
                <a16:creationId xmlns:a16="http://schemas.microsoft.com/office/drawing/2014/main" id="{F895D9B4-DF01-2035-A29E-C78A92ECC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97960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15F84-99CF-CCBC-0E77-A558D78C4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4ADA70CA-4B7F-051B-B6C5-7ACCC4F91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79095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2E0F0-ACF3-93BB-FB0E-FADE38E04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id="{3D95B3D8-F286-5AA6-DD02-FC2649D0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42717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F5970-555C-59E2-64E8-0B7BA56CE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>
            <a:extLst>
              <a:ext uri="{FF2B5EF4-FFF2-40B4-BE49-F238E27FC236}">
                <a16:creationId xmlns:a16="http://schemas.microsoft.com/office/drawing/2014/main" id="{B4AE347C-B8C5-4F9D-C32E-4DAF4E86B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637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54F95-F1BC-4C82-F019-B4C9BC0CC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>
            <a:extLst>
              <a:ext uri="{FF2B5EF4-FFF2-40B4-BE49-F238E27FC236}">
                <a16:creationId xmlns:a16="http://schemas.microsoft.com/office/drawing/2014/main" id="{AF8B6618-8FD5-3598-150F-B28B5EACB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6373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FD908-4FD2-BA14-45DB-066BD1AB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>
            <a:extLst>
              <a:ext uri="{FF2B5EF4-FFF2-40B4-BE49-F238E27FC236}">
                <a16:creationId xmlns:a16="http://schemas.microsoft.com/office/drawing/2014/main" id="{6A26DFEB-4409-F1C5-FA64-4FE5F10BB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8656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F3071-FB21-DE1D-F8FB-62D1B8D7C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>
            <a:extLst>
              <a:ext uri="{FF2B5EF4-FFF2-40B4-BE49-F238E27FC236}">
                <a16:creationId xmlns:a16="http://schemas.microsoft.com/office/drawing/2014/main" id="{9780E2D0-4ECB-2775-92BA-1BBB47136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647825"/>
            <a:ext cx="79914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029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423</Words>
  <Application>Microsoft Office PowerPoint</Application>
  <PresentationFormat>Widescreen</PresentationFormat>
  <Paragraphs>331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Calibri Light</vt:lpstr>
      <vt:lpstr>Courier New</vt:lpstr>
      <vt:lpstr>Office Theme</vt:lpstr>
      <vt:lpstr> TKAN</vt:lpstr>
      <vt:lpstr> 30 Day Window instead of 60</vt:lpstr>
      <vt:lpstr> Adding Bias to Dense Layer</vt:lpstr>
      <vt:lpstr> Batch size = 16 instead of 32</vt:lpstr>
      <vt:lpstr> 27 rounds instead of 20</vt:lpstr>
      <vt:lpstr>statistics</vt:lpstr>
      <vt:lpstr>PowerPoint Presentation</vt:lpstr>
      <vt:lpstr>PowerPoint Presentation</vt:lpstr>
      <vt:lpstr>Single Layer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Tarun G</dc:creator>
  <cp:lastModifiedBy>Tarun G</cp:lastModifiedBy>
  <cp:revision>2</cp:revision>
  <dcterms:created xsi:type="dcterms:W3CDTF">2026-03-24T12:05:35Z</dcterms:created>
  <dcterms:modified xsi:type="dcterms:W3CDTF">2026-03-30T09:17:48Z</dcterms:modified>
</cp:coreProperties>
</file>